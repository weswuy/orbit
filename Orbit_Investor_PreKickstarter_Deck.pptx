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https://unsplash.com/photos/gray-quadcopter-drone-under-cloudy-sky-during-daytime-sHO5UXoKyxw (background photo)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https://unsplash.com/photos/hiker-admires-mountain-view-at-sunset-D83GpHdutAM (photo)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https://unsplash.com/photos/white-and-black-drone-in-mid-air-cMhJ4ld1QbE (photo)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https://unsplash.com/photos/black-drone-oOnLpg9IbTI (photo)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https://help.kickstarter.com/hc/en-us/articles/115005134554-What-are-the-rules-for-hardware-and-product-design-projects (working prototype / no photorealistic renderings)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https://unsplash.com/photos/gray-quadcopter-drone-under-cloudy-sky-during-daytime-sHO5UXoKyxw (background photo)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splash_drone_snow.jpg">    </p:cNvPr>
          <p:cNvPicPr>
            <a:picLocks noChangeAspect="1"/>
          </p:cNvPicPr>
          <p:nvPr/>
        </p:nvPicPr>
        <p:blipFill>
          <a:blip r:embed="rId1"/>
          <a:srcRect l="0" r="0" t="28906" b="28906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38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simulation‑first personal aerial AI companion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703320"/>
            <a:ext cx="3017520" cy="347472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3776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Runtime‑authoritative safety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77640" y="3703320"/>
            <a:ext cx="4480560" cy="347472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377647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is UI only (never flight‑critical)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49640" y="3703320"/>
            <a:ext cx="2834640" cy="347472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7764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Model‑agnostic “AI brain” layer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Pre‑Kickstarter deck • v0.1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live in screens. Drones still require pilots.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949440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assistant can’t “be there” with you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camera can’t follow you hands‑free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privacy are bolted on after the fact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 becomes the control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want: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AI presence that can see, hear, and help — without requiring constant piloting.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3657600" cy="498348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mnt/data/unsplash_hiker.jpg">    </p:cNvPr>
          <p:cNvPicPr>
            <a:picLocks noChangeAspect="1"/>
          </p:cNvPicPr>
          <p:nvPr/>
        </p:nvPicPr>
        <p:blipFill>
          <a:blip r:embed="rId1"/>
          <a:srcRect l="15741" r="15741" t="0" b="0"/>
          <a:stretch/>
        </p:blipFill>
        <p:spPr>
          <a:xfrm>
            <a:off x="8001000" y="1554480"/>
            <a:ext cx="3383280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0" y="49834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Hands‑free capture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real‑world context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AI agent that stays in your orbit.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120640" cy="498348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mnt/data/unsplash_drone_close2.jpg">    </p:cNvPr>
          <p:cNvPicPr>
            <a:picLocks noChangeAspect="1"/>
          </p:cNvPicPr>
          <p:nvPr/>
        </p:nvPicPr>
        <p:blipFill>
          <a:blip r:embed="rId1"/>
          <a:srcRect l="0" r="0" t="7143" b="7143"/>
          <a:stretch/>
        </p:blipFill>
        <p:spPr>
          <a:xfrm>
            <a:off x="685800" y="1417320"/>
            <a:ext cx="512064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480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is a small autonomous companion drone that: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you safely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voice/text commands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moments + context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dock automatically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5040" y="1417320"/>
            <a:ext cx="5486400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355080" y="2240280"/>
            <a:ext cx="4846320" cy="11430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is UI only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26791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can hold position + fail safe without the phone.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3611880"/>
            <a:ext cx="4846320" cy="11430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is authoritative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40507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commands are validated by a safety supervisor.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4983480"/>
            <a:ext cx="4846320" cy="11430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8368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Model‑agnostic brain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5422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intelligence layer (cloud or local).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V1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MVP: follow • respond • capture • dock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00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5852160" cy="77724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5856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Pair + configure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mode: assistant / companion / guardian / creator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044952"/>
            <a:ext cx="5852160" cy="77724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546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Launch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4381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arms + takes off with safety checks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941064"/>
            <a:ext cx="5852160" cy="77724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507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Orbit / Focus / Guide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33425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safe offset; accept commands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837176"/>
            <a:ext cx="5852160" cy="77724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469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Capture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52303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Hands‑free photos/video + timestamps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5733288"/>
            <a:ext cx="5852160" cy="77724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84301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Dock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6126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3‑phase approach + charge (backpack or stationary)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417320"/>
            <a:ext cx="4206240" cy="498348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“Feature Contract”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8952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promise what we can demo reliably.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251460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Follow / maintain safe offset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Voice/text command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Auto‑dock / auto‑land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Safety: e‑stop, geofence, battery rules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(stretch):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Rich scene understanding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mission planning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Biomimicry / specialty behaviors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split: flight safety lives on the drone.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703320" cy="35661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Runtime (on drone)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20Hz tick loop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FSM (7 modes)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Controllers (orbit/hold/dock)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Supervisor (rule gateway)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adapter (sim now, PX4 later)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937760"/>
            <a:ext cx="1645920" cy="347472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010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874520"/>
            <a:ext cx="3566160" cy="35661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 (phone)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+ telemetry view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 console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banners + e‑stop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Reconnect + history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flight‑critical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4937760"/>
            <a:ext cx="1828800" cy="347472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501091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319272" cy="35661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582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“Brain” (pluggable)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5146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+ planning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connectors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or cloud execution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policy controlled by user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58200" y="4937760"/>
            <a:ext cx="1920240" cy="347472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50109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Model‑agnostic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24528" y="3291840"/>
            <a:ext cx="320040" cy="41148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3794760"/>
            <a:ext cx="320040" cy="411480"/>
          </a:xfrm>
          <a:prstGeom prst="lef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Protocol v1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~20Hz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~1Hz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on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3520440"/>
            <a:ext cx="320040" cy="411480"/>
          </a:xfrm>
          <a:prstGeom prst="rightArrow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3108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a first‑class subsystem, not a feature.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989320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Non‑negotiables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E‑stop is always allowed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is validated (speed/altitude/battery/geofence)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behavior: hold → auto‑land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is authoritative (UI cannot override safety)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4846320"/>
            <a:ext cx="1325880" cy="5029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97433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4846320"/>
            <a:ext cx="1325880" cy="5029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497433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86200" y="4846320"/>
            <a:ext cx="1325880" cy="5029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497433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4846320"/>
            <a:ext cx="1325880" cy="5029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5C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497433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417320"/>
            <a:ext cx="4663440" cy="498348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demos (what investors/backers will see)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224028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Launch blocked when unsafe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Geofence rejection + explanation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Battery critical → immediate land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E‑stop always works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Disconnect: hold → auto‑land</a:t>
            </a:r>
            <a:endParaRPr lang="en-US" sz="1400" dirty="0"/>
          </a:p>
        </p:txBody>
      </p:sp>
      <p:pic>
        <p:nvPicPr>
          <p:cNvPr id="20" name="Image 0" descr="/mnt/data/unsplash_drone_forest.jpg">    </p:cNvPr>
          <p:cNvPicPr>
            <a:picLocks noChangeAspect="1"/>
          </p:cNvPicPr>
          <p:nvPr/>
        </p:nvPicPr>
        <p:blipFill>
          <a:blip r:embed="rId1"/>
          <a:srcRect l="0" r="0" t="38406" b="38406"/>
          <a:stretch/>
        </p:blipFill>
        <p:spPr>
          <a:xfrm>
            <a:off x="7132320" y="4800600"/>
            <a:ext cx="4206240" cy="1463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(simulation‑first)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software spine exists today — ready for real hardware adapters.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28655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(now)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5760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v1: typed envelope + stable reject codes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20Hz orchestrator tick + telemetry broadcast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7‑mode FSM (IDLE/ORBIT/FOCUS/GUIDE/CAPTURE/DOCK/EMERGENCY)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supervisor: mandatory command gateway (6 rules)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 + controllers (orbit/hold/dock)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37 tests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(yet)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0" y="21488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 adapter (PX4 / autopilot)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brain (current intent parser is keyword‑based)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 + replay engine (stubs)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design + dock hardware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+ public engineering log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874520"/>
            <a:ext cx="0" cy="4343400"/>
          </a:xfrm>
          <a:prstGeom prst="line">
            <a:avLst/>
          </a:prstGeom>
          <a:noFill/>
          <a:ln w="25400">
            <a:solidFill>
              <a:srgbClr val="24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a fundable hardware campaign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replace “simulation promise” with “real footage proof”.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28655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3520440" cy="43434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Alpha (off‑the‑shelf)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Buy/assemble a small drone platform + compute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follow + hold offset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E‑stop, geofence, battery land demos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Single‑take demo video (no cuts)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874520"/>
            <a:ext cx="3520440" cy="43434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7CFFB2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Beta (integrations)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adapter (PX4) + real sensors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prototype (stationary → backpack)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brain behind the existing command protocol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 with real users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49640" y="1874520"/>
            <a:ext cx="3520440" cy="43434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CC66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Production (Kickstarter ready)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0" y="26517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design + manufacturable dock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plan + QA test fixtures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+ supplier quotes + pilot build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Kickstarter page with working prototype footage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Kickstarter hardware guidelines require working prototypes and prohibit photorealistic renderings as primary proof.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Go‑to‑market wedge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people who want a “real‑world AI sidekick” the most.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583680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users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+ adventurers (hands‑free capture)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enthusiasts (first to live in the future)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parents (extra eyes + reminders)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“Orbit brings AI off the screen and into your world — safely.”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later into additional modes &amp; verticals after V1 trust is earned.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52360" y="1417320"/>
            <a:ext cx="3822192" cy="498348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(draft)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6680" y="2148840"/>
            <a:ext cx="3291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Orbit device + dock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optional subscription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ideas: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Local‑only (basic)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brain + connectors (premium)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Family / multi‑Orbit (bundle)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[Target price]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[Monthly subscription]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splash_drone_snow.jpg">    </p:cNvPr>
          <p:cNvPicPr>
            <a:picLocks noChangeAspect="1"/>
          </p:cNvPicPr>
          <p:nvPr/>
        </p:nvPicPr>
        <p:blipFill>
          <a:blip r:embed="rId1"/>
          <a:srcRect l="0" r="0" t="28906" b="28906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28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320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turn Orbit into a real device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10728655" cy="49834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1488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Prototype partners (autopilot / embedded / docking)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Advisors (hardware manufacturing, compliance, safety)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funding to reach “working prototype footage”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(draft)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97764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Alpha hardware build + sensors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Autonomy + safety integration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 prototype + iterations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planning + QA fixtures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manufacturing plan + BOM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49440" y="1828800"/>
            <a:ext cx="4937760" cy="35661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2376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single‑take real‑flight demo: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22376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takeoff → follow → command → e‑stop → dock/land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23760" y="4892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[name] • [email] • [link]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• Investor / Pre‑Kickstarter Deck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7417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Orbit</dc:creator>
  <cp:lastModifiedBy>Orbit</cp:lastModifiedBy>
  <cp:revision>1</cp:revision>
  <dcterms:created xsi:type="dcterms:W3CDTF">2026-03-22T19:00:57Z</dcterms:created>
  <dcterms:modified xsi:type="dcterms:W3CDTF">2026-03-22T19:00:57Z</dcterms:modified>
</cp:coreProperties>
</file>